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Planning with Files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Image Gallery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Claude Skill</a:t>
            </a:r>
          </a:p>
        </p:txBody>
      </p:sp>
      <p:pic>
        <p:nvPicPr>
          <p:cNvPr id="3" name="Picture 2" descr="claude-sk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1625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Mit License</a:t>
            </a:r>
          </a:p>
        </p:txBody>
      </p:sp>
      <p:pic>
        <p:nvPicPr>
          <p:cNvPr id="3" name="Picture 2" descr="mit-lic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Star History</a:t>
            </a:r>
          </a:p>
        </p:txBody>
      </p:sp>
      <p:pic>
        <p:nvPicPr>
          <p:cNvPr id="3" name="Picture 2" descr="star-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4876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